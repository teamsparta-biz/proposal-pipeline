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828800"/>
            <a:ext cx="9144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1A1A2E"/>
                </a:solidFill>
              </a:rPr>
              <a:t>{{고객명}} 귀중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>
                <a:solidFill>
                  <a:srgbClr val="444466"/>
                </a:solidFill>
              </a:rPr>
              <a:t>AI 업무 자동화 교육 제안서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5029200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>
                <a:solidFill>
                  <a:srgbClr val="888899"/>
                </a:solidFill>
              </a:rPr>
              <a:t>팀스파르타 | {{날짜}}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