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제안 조건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68580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제안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{{고객명}}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유효 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{{제안일}}부터 30일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견적 금액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{{금액}}원 (VAT 별도)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