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회사 소개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팀스파르타는 AI 교육 전문 기업입니다.</a:t>
            </a:r>
          </a:p>
          <a:p>
            <a:r>
              <a:rPr sz="1600"/>
              <a:t/>
            </a:r>
          </a:p>
          <a:p>
            <a:r>
              <a:rPr sz="1600"/>
              <a:t>주요 서비스:</a:t>
            </a:r>
          </a:p>
          <a:p>
            <a:r>
              <a:rPr sz="1600"/>
              <a:t>  - AI Literacy 교육</a:t>
            </a:r>
          </a:p>
          <a:p>
            <a:r>
              <a:rPr sz="1600"/>
              <a:t>  - 맞춤형 업무 자동화 컨설팅</a:t>
            </a:r>
          </a:p>
          <a:p>
            <a:r>
              <a:rPr sz="1600"/>
              <a:t>  - PBL 기반 실습 프로그램</a:t>
            </a:r>
          </a:p>
          <a:p>
            <a:r>
              <a:rPr sz="1600"/>
              <a:t/>
            </a:r>
          </a:p>
          <a:p>
            <a:r>
              <a:rPr sz="1600"/>
              <a:t>담당자: {{담당자명}}</a:t>
            </a:r>
          </a:p>
          <a:p>
            <a:r>
              <a:rPr sz="1600"/>
              <a:t>연락처: {{연락처}}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