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4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4DEA632-E2C6-4F8D-97AB-1B8F16A16A0A}">
          <p14:sldIdLst>
            <p14:sldId id="256"/>
            <p14:sldId id="2496"/>
            <p14:sldId id="2545"/>
            <p14:sldId id="2546"/>
            <p14:sldId id="2547"/>
            <p14:sldId id="2548"/>
            <p14:sldId id="2549"/>
            <p14:sldId id="2550"/>
            <p14:sldId id="2552"/>
            <p14:sldId id="2564"/>
          </p14:sldIdLst>
        </p14:section>
        <p14:section name="교육과정" id="{1929C56E-9881-44AA-8E42-196EC967E37A}">
          <p14:sldIdLst>
            <p14:sldId id="2490"/>
            <p14:sldId id="2529"/>
            <p14:sldId id="2531"/>
            <p14:sldId id="2532"/>
          </p14:sldIdLst>
        </p14:section>
        <p14:section name="교육과정" id="{32570A38-BFA7-48D5-AC99-81FA9B423C4C}">
          <p14:sldIdLst>
            <p14:sldId id="2533"/>
            <p14:sldId id="2534"/>
            <p14:sldId id="2535"/>
            <p14:sldId id="2536"/>
          </p14:sldIdLst>
        </p14:section>
        <p14:section name="교육과정" id="{ED605956-F698-476E-8876-485380BB857B}">
          <p14:sldIdLst>
            <p14:sldId id="2537"/>
            <p14:sldId id="2538"/>
            <p14:sldId id="2539"/>
            <p14:sldId id="2540"/>
          </p14:sldIdLst>
        </p14:section>
        <p14:section name="교육과정" id="{85CAF41B-8C89-461C-91B9-B9514727A777}">
          <p14:sldIdLst>
            <p14:sldId id="2541"/>
            <p14:sldId id="2542"/>
            <p14:sldId id="2543"/>
            <p14:sldId id="2553"/>
            <p14:sldId id="2544"/>
          </p14:sldIdLst>
        </p14:section>
        <p14:section name="교육과정" id="{0EE0E26C-A4B5-4E49-91D2-C1D155A4550D}">
          <p14:sldIdLst>
            <p14:sldId id="2554"/>
            <p14:sldId id="2555"/>
            <p14:sldId id="2556"/>
            <p14:sldId id="2559"/>
            <p14:sldId id="2560"/>
            <p14:sldId id="2561"/>
            <p14:sldId id="2562"/>
            <p14:sldId id="2563"/>
          </p14:sldIdLst>
        </p14:section>
        <p14:section name="5. 현업 문제 PBL 멘토링 교육" id="{C21171B3-BA3E-4CFF-8C3C-433F9E7A99CB}">
          <p14:sldIdLst>
            <p14:sldId id="2492"/>
            <p14:sldId id="2495"/>
            <p14:sldId id="2518"/>
            <p14:sldId id="2509"/>
            <p14:sldId id="2510"/>
            <p14:sldId id="2511"/>
            <p14:sldId id="2512"/>
            <p14:sldId id="2514"/>
            <p14:sldId id="2513"/>
            <p14:sldId id="30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5E67"/>
    <a:srgbClr val="5B567F"/>
    <a:srgbClr val="5661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90" d="100"/>
          <a:sy n="90" d="100"/>
        </p:scale>
        <p:origin x="8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3F82C-9983-4F8B-9C62-BE5E6D2FCD5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58E1B-0C55-427B-9D9C-AAB38B1E2A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7400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12D8C-1B8A-06EC-6F46-A71BA6E87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553981-F047-19AB-B9EA-64D602D1B3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ABEDAA-5966-ECEE-53D7-D7BC398197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FA5EDD-8C7B-AEEC-2F98-12FFB28478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E9770-4254-5145-BCEF-5013452B5750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413305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73602-0913-0573-09B3-DCB2C19DE6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D6C778E-CF00-3C2F-7F5F-5F9B5549F6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7B29CD-1489-354F-8B47-E28C3BEEC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D3C32E-4EE9-4D79-9AFF-042FA4319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69D4A-EB01-DBBE-3B33-157742B0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801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DC6DE0-6AFE-1688-ED92-61251B7E8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BD296D-8FB0-0F7F-8D31-D0737C551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676F91-B553-9B81-3EC5-A2F248A9B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798D56-44AC-6018-3612-A5F90A98A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DA79F5-6754-D63E-991C-691DB6C31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1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2F91-7DAD-613B-587B-CBF126D43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8327E5-F443-2A43-0BE6-6C7B26CF2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AAA5DE-32FF-1F12-0D58-45390931D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E14D8D-AD1E-5DD6-C431-64D5AD4F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A7704-7BCD-AA40-D342-D5AEE74CA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3356-E914-D256-C8B7-CEC5EEBD9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158DE7-0ADD-3153-987B-99724FF43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073E3F-AC22-C1E8-B5FD-06B269216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00FFA0-F005-90DB-6ED4-A415174D8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39EDB-7279-99D9-6637-AD676FE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70E1D7-5CE9-502B-2A5C-7C7D01795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2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28B7-1A94-834A-8956-A74F20861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62E2C8C-E5CB-9746-6EC8-7F09541E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4DF962-B994-E62B-38C5-22992EE4FE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B5AB24C-F070-3B25-E0CF-EC389BE11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2014C44-4492-9E59-A852-FDD6615AC2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BBDD98-8CAB-18E5-60A5-27DD42D85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65BEA2B-C929-91C2-C441-844A8AB6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8A53FD5-6C64-762F-B8D1-BB127544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093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E33808-B705-9F03-D688-7802E8997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1A027D-09CF-54CA-AD75-547BBE912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9D0D5A-4C1A-B34B-5789-7FFDCAAFA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095C8F-18EE-DC59-705B-2109F010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10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9F0F0DB-FE54-75D1-27DE-70CF48DF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A6B04E-F809-C280-0B33-03230375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D86CDC-3BD0-A801-C198-C43DBDDAE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91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4FFA99-CAF6-0784-C092-0D26739CB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858D3F-0338-A001-296A-B67F03E0D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DDA89-84EB-4551-ADAB-8DB31459E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20978F4-FBE0-E70D-BE54-AC34A40EE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395483-D372-6A20-86AC-7E62305BF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62B05A-5333-D453-3F0D-A742DF6A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072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213357-4CF4-B52A-21B9-14FEA82EF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4549E-D629-E70B-E7BC-0BF8C4A29F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8CAEE35-D934-930E-3D11-42F29CBD5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E1C319-5D3E-9218-318B-54D97A899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E98A2-9499-16A1-22CC-EF2CB60CF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98B2C-440A-BF7A-DA56-6155BEC79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783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02155E-C5C8-059B-8A05-64F430BA5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BFDF975-92C6-724C-45E1-6FADB384D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5E27C6-76A4-2176-26AE-2E8E9C8A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9ECB9-DE15-EBD3-1CFE-59CD518A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1D5B0-1DE2-03C2-C0AB-C4D8375D8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558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1181378-DADB-BF10-2E12-D7E138C404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5B52A4-22BD-F505-A054-EC1D6E2ADD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2C84B2-DE4F-4000-5EA5-7C9DD7CD2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306FAA-77C5-23DA-ABA4-06D17FC76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19FE24-9363-87C0-8044-CC53A27B8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4208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리큘럼_상세 커리큘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8">
            <a:extLst>
              <a:ext uri="{FF2B5EF4-FFF2-40B4-BE49-F238E27FC236}">
                <a16:creationId xmlns:a16="http://schemas.microsoft.com/office/drawing/2014/main" id="{61F7B32C-D00F-CDA7-CCB7-9424CD768B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3385" y="338260"/>
            <a:ext cx="875810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ko-KR" altLang="en-US" dirty="0"/>
              <a:t>커리큘럼</a:t>
            </a:r>
          </a:p>
        </p:txBody>
      </p:sp>
      <p:sp>
        <p:nvSpPr>
          <p:cNvPr id="7" name="텍스트 개체 틀 60">
            <a:extLst>
              <a:ext uri="{FF2B5EF4-FFF2-40B4-BE49-F238E27FC236}">
                <a16:creationId xmlns:a16="http://schemas.microsoft.com/office/drawing/2014/main" id="{7AF35CEB-6702-9ADA-47B9-2370D9C550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3385" y="769150"/>
            <a:ext cx="7096384" cy="26161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1pPr>
            <a:lvl2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  <a:lvl3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3pPr>
            <a:lvl4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4pPr>
            <a:lvl5pPr>
              <a:defRPr sz="1400" b="0" i="0">
                <a:solidFill>
                  <a:schemeClr val="tx2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5pPr>
          </a:lstStyle>
          <a:p>
            <a:pPr lvl="0"/>
            <a:r>
              <a:rPr kumimoji="1" lang="ko-KR" altLang="en-US" dirty="0"/>
              <a:t>상세 커리큘럼</a:t>
            </a:r>
          </a:p>
        </p:txBody>
      </p:sp>
      <p:sp>
        <p:nvSpPr>
          <p:cNvPr id="8" name="텍스트 개체 틀 58">
            <a:extLst>
              <a:ext uri="{FF2B5EF4-FFF2-40B4-BE49-F238E27FC236}">
                <a16:creationId xmlns:a16="http://schemas.microsoft.com/office/drawing/2014/main" id="{6652A889-B3B4-8766-BEC5-184E8F2E4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67" y="338260"/>
            <a:ext cx="628489" cy="39663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accen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00</a:t>
            </a:r>
            <a:endParaRPr kumimoji="1" lang="ko-KR" altLang="en-US" dirty="0"/>
          </a:p>
        </p:txBody>
      </p:sp>
      <p:sp>
        <p:nvSpPr>
          <p:cNvPr id="2" name="그림 개체 틀 67">
            <a:extLst>
              <a:ext uri="{FF2B5EF4-FFF2-40B4-BE49-F238E27FC236}">
                <a16:creationId xmlns:a16="http://schemas.microsoft.com/office/drawing/2014/main" id="{1EDBE81E-424D-E8F8-4A1F-42EA5B4424C5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90968" y="1198242"/>
            <a:ext cx="11418739" cy="480270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180000" tIns="72000" rIns="180000" anchor="ctr" anchorCtr="0"/>
          <a:lstStyle>
            <a:lvl1pPr marL="0" indent="0" algn="l">
              <a:buNone/>
              <a:defRPr sz="1600" b="1" i="0">
                <a:solidFill>
                  <a:schemeClr val="bg1"/>
                </a:solidFill>
                <a:latin typeface="Pretendard SemiBold" panose="02000503000000020004" pitchFamily="2" charset="-127"/>
                <a:ea typeface="Pretendard SemiBold" panose="02000503000000020004" pitchFamily="2" charset="-127"/>
                <a:cs typeface="Pretendard SemiBold" panose="02000503000000020004" pitchFamily="2" charset="-127"/>
              </a:defRPr>
            </a:lvl1pPr>
          </a:lstStyle>
          <a:p>
            <a:r>
              <a:rPr kumimoji="1" lang="ko-KR" altLang="en-US" dirty="0"/>
              <a:t>교육 과정 제목 한 줄 작성 </a:t>
            </a:r>
            <a:r>
              <a:rPr kumimoji="1" lang="en-US" altLang="ko-KR" dirty="0"/>
              <a:t>-</a:t>
            </a:r>
            <a:r>
              <a:rPr kumimoji="1" lang="ko-KR" altLang="en-US" dirty="0"/>
              <a:t>없다면 삭제하고 표는 보기 좋은 위치로 재배치 해주세요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45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ACF041-EA3B-1BA7-228B-DADA855B1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2248C2-9DF5-0ABB-89FF-AB4FCC305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DEF54-A1B7-0A65-9FF0-EA229BCA9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D974BA-BE36-4DC8-A0A8-39C5C1060ADC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F111E5-48FC-2339-A529-8DD09E14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37DDE3-217E-E20F-4042-129701F17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352E9-303E-444D-8933-3F050D9A91E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4678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EAA1A-99DA-049A-0056-617B64810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B5D411-C218-96A1-2A50-B244E8E9F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88" y="361520"/>
            <a:ext cx="2000250" cy="276225"/>
          </a:xfrm>
          <a:prstGeom prst="rect">
            <a:avLst/>
          </a:prstGeom>
        </p:spPr>
      </p:pic>
      <p:sp>
        <p:nvSpPr>
          <p:cNvPr id="9" name="텍스트 개체 틀 1">
            <a:extLst>
              <a:ext uri="{FF2B5EF4-FFF2-40B4-BE49-F238E27FC236}">
                <a16:creationId xmlns:a16="http://schemas.microsoft.com/office/drawing/2014/main" id="{C3762BDB-09D8-E5E3-5DEB-B288B0ACBE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62" y="338260"/>
            <a:ext cx="8758109" cy="396635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{{설득_제목}}</a:t>
            </a:r>
            <a:r>
              <a:rPr lang="ko-KR" altLang="en-US" dirty="0"/>
              <a:t/>
            </a:r>
          </a:p>
        </p:txBody>
      </p:sp>
      <p:pic>
        <p:nvPicPr>
          <p:cNvPr id="11" name="그림 10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27FEE9-5D97-97BE-8161-38AF67FE4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96" y="1626712"/>
            <a:ext cx="10332608" cy="49221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F97C398-CD63-42ED-64DE-1E5A5C61739D}"/>
              </a:ext>
            </a:extLst>
          </p:cNvPr>
          <p:cNvSpPr txBox="1"/>
          <p:nvPr/>
        </p:nvSpPr>
        <p:spPr>
          <a:xfrm>
            <a:off x="3048000" y="9625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2400" b="1" i="0" dirty="0">
                <a:solidFill>
                  <a:srgbClr val="111827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>{{설득_부제}}</a:t>
            </a:r>
            <a:r>
              <a:rPr lang="ko-KR" altLang="en-US" sz="2400" b="1" i="0" dirty="0">
                <a:solidFill>
                  <a:srgbClr val="111827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/>
            </a:r>
            <a:r>
              <a:rPr lang="ko-KR" altLang="en-US" sz="2400" b="1" i="0" dirty="0">
                <a:solidFill>
                  <a:srgbClr val="FA0030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/>
            </a:r>
            <a:r>
              <a:rPr lang="ko-KR" altLang="en-US" sz="2400" b="1" i="0" dirty="0">
                <a:solidFill>
                  <a:srgbClr val="111827"/>
                </a:solidFill>
                <a:effectLst/>
                <a:latin typeface="Pretendard" panose="02000503000000020004" pitchFamily="50" charset="-127"/>
                <a:ea typeface="Pretendard" panose="02000503000000020004" pitchFamily="50" charset="-127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063944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</TotalTime>
  <Words>3265</Words>
  <Application>Microsoft Office PowerPoint</Application>
  <PresentationFormat>와이드스크린</PresentationFormat>
  <Paragraphs>495</Paragraphs>
  <Slides>45</Slides>
  <Notes>38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52" baseType="lpstr">
      <vt:lpstr>Noto Sans KR</vt:lpstr>
      <vt:lpstr>Pretendard</vt:lpstr>
      <vt:lpstr>Pretendard Medium</vt:lpstr>
      <vt:lpstr>Pretendard SemiBold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 진현</dc:creator>
  <cp:lastModifiedBy>임 진현</cp:lastModifiedBy>
  <cp:revision>29</cp:revision>
  <dcterms:created xsi:type="dcterms:W3CDTF">2026-01-11T12:56:14Z</dcterms:created>
  <dcterms:modified xsi:type="dcterms:W3CDTF">2026-02-24T18:50:47Z</dcterms:modified>
</cp:coreProperties>
</file>